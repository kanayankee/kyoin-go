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ec8545f3-c332-7930-3b4e-855391721b04}">
          <p14:sldIdLst>
            <p14:sldId id="256"/>
          </p14:sldIdLst>
        </p14:section>
        <p14:section name="きっかけと目的" id="{5badcb09-fd65-0ca5-13f7-0605301635b6}">
          <p14:sldIdLst>
            <p14:sldId id="257"/>
          </p14:sldIdLst>
        </p14:section>
        <p14:section name="遊び方" id="{0f96f7a4-b511-fe4d-0776-53ec214e2056}">
          <p14:sldIdLst>
            <p14:sldId id="258"/>
          </p14:sldIdLst>
        </p14:section>
        <p14:section name="画面紹介" id="{16c5cb89-1e02-f7a6-8cfd-413dd7cd76e2}">
          <p14:sldIdLst>
            <p14:sldId id="259"/>
          </p14:sldIdLst>
        </p14:section>
        <p14:section name="しくみ" id="{48011ff3-0ef3-225c-3ce6-d93d74f2dd8d}">
          <p14:sldIdLst>
            <p14:sldId id="260"/>
          </p14:sldIdLst>
        </p14:section>
        <p14:section name="開発の流れ" id="{edc3b343-a663-3b19-1a65-cebee629d15c}">
          <p14:sldIdLst>
            <p14:sldId id="261"/>
          </p14:sldIdLst>
        </p14:section>
        <p14:section name="工夫と課題" id="{62cc42d3-e71d-56ec-660a-231d07ae35b3}">
          <p14:sldIdLst>
            <p14:sldId id="262"/>
          </p14:sldIdLst>
        </p14:section>
        <p14:section name="まとめ" id="{833e6381-e6b2-8249-d4e2-ddd7ddcc8a6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2200" b="0" i="0" u="none" strike="noStrike">
                <a:solidFill>
                  <a:srgbClr val="0F172A"/>
                </a:solidFill>
                <a:latin typeface="+mn-lt"/>
              </a:rPr>
              <a:t>教科別の先生の人数(全44人)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キリスト教</c:v>
                  </c:pt>
                  <c:pt idx="1">
                    <c:v>音楽</c:v>
                  </c:pt>
                  <c:pt idx="2">
                    <c:v>美術</c:v>
                  </c:pt>
                  <c:pt idx="3">
                    <c:v>家庭</c:v>
                  </c:pt>
                  <c:pt idx="4">
                    <c:v>情報</c:v>
                  </c:pt>
                  <c:pt idx="5">
                    <c:v>保健体育</c:v>
                  </c:pt>
                  <c:pt idx="6">
                    <c:v>社会</c:v>
                  </c:pt>
                  <c:pt idx="7">
                    <c:v>理科</c:v>
                  </c:pt>
                  <c:pt idx="8">
                    <c:v>国語</c:v>
                  </c:pt>
                  <c:pt idx="9">
                    <c:v>数学</c:v>
                  </c:pt>
                  <c:pt idx="10">
                    <c:v>英語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12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教員GO|情報 ポスターセッション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/>
        </p:nvSpPr>
        <p:spPr>
          <a:xfrm>
            <a:off x="640080" y="10012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教員GO|情報 ポスターセッション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情報 ポスターセッション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chemeClr val="bg1"/>
                </a:solidFill>
              </a:rPr>
              <a:t>教員GO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学校を歩いて、先生カードを集める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chemeClr val="bg1"/>
                </a:solidFill>
              </a:rPr>
              <a:t>位置情報ゲーム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576072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5852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44</a:t>
            </a:r>
            <a:endParaRPr lang="en-US" sz="54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人の先生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520440" y="576072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5852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30</a:t>
            </a:r>
            <a:endParaRPr lang="en-US" sz="54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 以内で獲得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0" y="5760720"/>
            <a:ext cx="2651760" cy="160020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5852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4</a:t>
            </a:r>
            <a:endParaRPr lang="en-US" sz="54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段階のレア度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8001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クラス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9006840"/>
            <a:ext cx="2468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8001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番号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83280" y="9006840"/>
            <a:ext cx="19202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77840" y="8001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名前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9006840"/>
            <a:ext cx="3749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822960"/>
            <a:ext cx="4194019" cy="8778240"/>
          </a:xfrm>
          <a:prstGeom prst="roundRect">
            <a:avLst>
              <a:gd name="adj" fmla="val 545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カード獲得画面" descr="カード獲得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296" y="950976"/>
            <a:ext cx="3937987" cy="8522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なぜ作ったのか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3844016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12929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目的</a:t>
            </a:r>
            <a:endParaRPr lang="en-US" sz="24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先生を知るきっかけを、ゲームでつくる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きっかけ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4309872" cy="4343400"/>
          </a:xfrm>
          <a:prstGeom prst="roundRect">
            <a:avLst>
              <a:gd name="adj" fmla="val 424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54406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5749747"/>
            <a:ext cx="570586" cy="57058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5840" y="6858000"/>
            <a:ext cx="357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先生との距離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7543800"/>
            <a:ext cx="3578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授業以外で先生と話す機会が少なく、名前と顔が一致しない先生もいる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07152" y="5074920"/>
            <a:ext cx="4309872" cy="4343400"/>
          </a:xfrm>
          <a:prstGeom prst="roundRect">
            <a:avLst>
              <a:gd name="adj" fmla="val 4243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5772912" y="54406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979" y="5749747"/>
            <a:ext cx="570586" cy="57058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772912" y="6858000"/>
            <a:ext cx="357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知らない校内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5772912" y="7543800"/>
            <a:ext cx="3578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毎日通っていても、行ったことのない教室や準備室がある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10174224" y="5074920"/>
            <a:ext cx="4309872" cy="4343400"/>
          </a:xfrm>
          <a:prstGeom prst="roundRect">
            <a:avLst>
              <a:gd name="adj" fmla="val 4243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10539984" y="54406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051" y="5749747"/>
            <a:ext cx="570586" cy="5705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539984" y="6858000"/>
            <a:ext cx="357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歩いて集める楽しさ</a:t>
            </a: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10539984" y="7543800"/>
            <a:ext cx="3578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「ポケモンGO」のように、学校の中を歩いて集めたい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遊び方は3ステップ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2463394"/>
            <a:ext cx="833933" cy="8339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STEP 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434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校内を歩く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2120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GPSで、今いる場所が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地図に出る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832604" y="2606040"/>
            <a:ext cx="502920" cy="5486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1" name="Shape 8"/>
          <p:cNvSpPr/>
          <p:nvPr/>
        </p:nvSpPr>
        <p:spPr>
          <a:xfrm>
            <a:off x="5596128" y="20116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842" y="2463394"/>
            <a:ext cx="833933" cy="83393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96128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STEP 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5596128" y="4434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先生に近づく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5596128" y="52120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30m以内に近づくと、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自動でカードをゲット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9788652" y="2606040"/>
            <a:ext cx="502920" cy="5486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7" name="Shape 13"/>
          <p:cNvSpPr/>
          <p:nvPr/>
        </p:nvSpPr>
        <p:spPr>
          <a:xfrm>
            <a:off x="10552176" y="20116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2463394"/>
            <a:ext cx="833933" cy="83393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552176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STEP 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0552176" y="4434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図鑑を完成させる</a:t>
            </a:r>
            <a:endParaRPr lang="en-US" sz="3400" dirty="0"/>
          </a:p>
        </p:txBody>
      </p:sp>
      <p:sp>
        <p:nvSpPr>
          <p:cNvPr id="21" name="Text 16"/>
          <p:cNvSpPr txBox="1"/>
          <p:nvPr/>
        </p:nvSpPr>
        <p:spPr>
          <a:xfrm>
            <a:off x="10552176" y="52120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全44人の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コンプリートをめざす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640080" y="7086600"/>
            <a:ext cx="13844016" cy="2606040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97280" y="7269480"/>
            <a:ext cx="6035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レア度は4段階</a:t>
            </a:r>
            <a:endParaRPr lang="en-US" sz="2800" dirty="0"/>
          </a:p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めずらしい先生ほど、見つけたときがうれしい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7269480" y="7452360"/>
            <a:ext cx="1645920" cy="18745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381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269480" y="749808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N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ノーマル</a:t>
            </a:r>
            <a:endParaRPr lang="en-US" sz="4400" dirty="0"/>
          </a:p>
        </p:txBody>
      </p:sp>
      <p:sp>
        <p:nvSpPr>
          <p:cNvPr id="26" name="Shape 21"/>
          <p:cNvSpPr/>
          <p:nvPr/>
        </p:nvSpPr>
        <p:spPr>
          <a:xfrm>
            <a:off x="9098280" y="7452360"/>
            <a:ext cx="1645920" cy="18745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098280" y="749808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R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レア</a:t>
            </a:r>
            <a:endParaRPr lang="en-US" sz="4400" dirty="0"/>
          </a:p>
        </p:txBody>
      </p:sp>
      <p:sp>
        <p:nvSpPr>
          <p:cNvPr id="28" name="Shape 23"/>
          <p:cNvSpPr/>
          <p:nvPr/>
        </p:nvSpPr>
        <p:spPr>
          <a:xfrm>
            <a:off x="10927080" y="7452360"/>
            <a:ext cx="1645920" cy="18745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927080" y="749808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SR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スーパーレア</a:t>
            </a:r>
            <a:endParaRPr lang="en-US" sz="4400" dirty="0"/>
          </a:p>
        </p:txBody>
      </p:sp>
      <p:sp>
        <p:nvSpPr>
          <p:cNvPr id="30" name="Shape 25"/>
          <p:cNvSpPr/>
          <p:nvPr/>
        </p:nvSpPr>
        <p:spPr>
          <a:xfrm>
            <a:off x="12755880" y="7452360"/>
            <a:ext cx="1645920" cy="18745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2755880" y="749808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UR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ウルトラレア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アプリの画面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56716" y="1920240"/>
            <a:ext cx="3158819" cy="6537960"/>
          </a:xfrm>
          <a:prstGeom prst="roundRect">
            <a:avLst>
              <a:gd name="adj" fmla="val 723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マップの画面" descr="マップ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048256"/>
            <a:ext cx="2902787" cy="6281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8641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マップ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9144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緑の円に先生が入るとゲット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975604" y="1920240"/>
            <a:ext cx="3158819" cy="6537960"/>
          </a:xfrm>
          <a:prstGeom prst="roundRect">
            <a:avLst>
              <a:gd name="adj" fmla="val 723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図鑑の画面" descr="図鑑の画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0" y="2048256"/>
            <a:ext cx="2902787" cy="62819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58968" y="8641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図鑑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5458968" y="9144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まだ会っていない先生は「???」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0794492" y="1920240"/>
            <a:ext cx="3158819" cy="6537960"/>
          </a:xfrm>
          <a:prstGeom prst="roundRect">
            <a:avLst>
              <a:gd name="adj" fmla="val 723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座標登録の画面" descr="座標登録の画面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2048256"/>
            <a:ext cx="2902787" cy="62819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277856" y="8641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座標登録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10277856" y="9144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先生の場所をその場で登録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カードがもらえるしくみ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286000" cy="30632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22402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733" y="2525573"/>
            <a:ext cx="526694" cy="5266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現在地を取得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Geolocation API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081528" y="3246120"/>
            <a:ext cx="292608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Shape 7"/>
          <p:cNvSpPr/>
          <p:nvPr/>
        </p:nvSpPr>
        <p:spPr>
          <a:xfrm>
            <a:off x="3529584" y="1965960"/>
            <a:ext cx="2286000" cy="30632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123944" y="22402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237" y="252557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21024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距離を計算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ハーバサイン公式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971032" y="3246120"/>
            <a:ext cx="292608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Shape 11"/>
          <p:cNvSpPr/>
          <p:nvPr/>
        </p:nvSpPr>
        <p:spPr>
          <a:xfrm>
            <a:off x="6419088" y="1965960"/>
            <a:ext cx="2286000" cy="30632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7013448" y="22402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741" y="252557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10528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30m以内か判定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44人全員をチェック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8860536" y="3246120"/>
            <a:ext cx="292608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0" name="Shape 15"/>
          <p:cNvSpPr/>
          <p:nvPr/>
        </p:nvSpPr>
        <p:spPr>
          <a:xfrm>
            <a:off x="9308592" y="1965960"/>
            <a:ext cx="2286000" cy="30632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902952" y="22402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8245" y="2525573"/>
            <a:ext cx="526694" cy="52669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400032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カード獲得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画面に表示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1750040" y="3246120"/>
            <a:ext cx="292608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5" name="Shape 19"/>
          <p:cNvSpPr/>
          <p:nvPr/>
        </p:nvSpPr>
        <p:spPr>
          <a:xfrm>
            <a:off x="12198096" y="1965960"/>
            <a:ext cx="2286000" cy="30632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12792456" y="224028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7749" y="2525573"/>
            <a:ext cx="526694" cy="52669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289536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端末に保存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localStorage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640080" y="5486400"/>
            <a:ext cx="6693408" cy="42062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1051560" y="5806440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距離の計算</a:t>
            </a:r>
            <a:endParaRPr lang="en-US" sz="2800" dirty="0"/>
          </a:p>
        </p:txBody>
      </p:sp>
      <p:sp>
        <p:nvSpPr>
          <p:cNvPr id="31" name="Text 24"/>
          <p:cNvSpPr txBox="1"/>
          <p:nvPr/>
        </p:nvSpPr>
        <p:spPr>
          <a:xfrm>
            <a:off x="1051560" y="6446520"/>
            <a:ext cx="5870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地球を半径 6,371 km の球と考えて、2地点の緯度・経度から距離をメートルで求める</a:t>
            </a:r>
            <a:endParaRPr lang="en-US" sz="2400" dirty="0"/>
          </a:p>
        </p:txBody>
      </p:sp>
      <p:sp>
        <p:nvSpPr>
          <p:cNvPr id="32" name="Shape 25"/>
          <p:cNvSpPr/>
          <p:nvPr/>
        </p:nvSpPr>
        <p:spPr>
          <a:xfrm>
            <a:off x="1051560" y="8092440"/>
            <a:ext cx="587044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51560" y="8092440"/>
            <a:ext cx="5870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2R · atan2( √a , √(1−a) )</a:t>
            </a:r>
            <a:endParaRPr lang="en-US" sz="2600" dirty="0"/>
          </a:p>
        </p:txBody>
      </p:sp>
      <p:sp>
        <p:nvSpPr>
          <p:cNvPr id="34" name="Shape 27"/>
          <p:cNvSpPr/>
          <p:nvPr/>
        </p:nvSpPr>
        <p:spPr>
          <a:xfrm>
            <a:off x="7790688" y="5486400"/>
            <a:ext cx="6693408" cy="42062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8202168" y="5806440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地図と位置情報</a:t>
            </a:r>
            <a:endParaRPr lang="en-US" sz="2800" dirty="0"/>
          </a:p>
        </p:txBody>
      </p:sp>
      <p:sp>
        <p:nvSpPr>
          <p:cNvPr id="36" name="Text 29"/>
          <p:cNvSpPr txBox="1"/>
          <p:nvPr/>
        </p:nvSpPr>
        <p:spPr>
          <a:xfrm>
            <a:off x="8202168" y="6446520"/>
            <a:ext cx="58704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400"/>
              </a:spcAft>
              <a:buSzPct val="10000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地図は Leaflet.js + OpenStreetMap</a:t>
            </a:r>
            <a:endParaRPr lang="en-US" sz="2400" dirty="0"/>
          </a:p>
          <a:p>
            <a:pPr marL="342900" indent="-342900">
              <a:spcAft>
                <a:spcPts val="2400"/>
              </a:spcAft>
              <a:buSzPct val="10000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位置はブラウザ標準の Geolocation API</a:t>
            </a:r>
            <a:endParaRPr lang="en-US" sz="2400" dirty="0"/>
          </a:p>
          <a:p>
            <a:pPr marL="342900" indent="-342900">
              <a:spcAft>
                <a:spcPts val="2400"/>
              </a:spcAft>
              <a:buSzPct val="10000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どちらも無料で、APIキーも不要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作ってから遊べるまで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20140" y="2446020"/>
            <a:ext cx="0" cy="581558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8745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開発する</a:t>
            </a:r>
            <a:endParaRPr lang="en-US" sz="3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2"/>
                </a:solidFill>
              </a:rPr>
              <a:t>Vite + React + TypeScript で作成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3904488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90448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813048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ビルドする</a:t>
            </a:r>
            <a:endParaRPr lang="en-US" sz="3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2"/>
                </a:solidFill>
              </a:rPr>
              <a:t>npm run build で HTML・CSS・JS に変換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5843016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84301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5751576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Monacaに取り込む</a:t>
            </a:r>
            <a:endParaRPr lang="en-US" sz="3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2"/>
                </a:solidFill>
              </a:rPr>
              <a:t>できたファイルを Monaca Education へ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7781544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778154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7690104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スマホで遊ぶ</a:t>
            </a:r>
            <a:endParaRPr lang="en-US" sz="30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chemeClr val="tx2"/>
                </a:solidFill>
              </a:rPr>
              <a:t>校内を歩いて、カードを集める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321040" y="1965960"/>
            <a:ext cx="6163056" cy="7726680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32520" y="2240280"/>
            <a:ext cx="5340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サーバーなしの「静的デプロイ」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732520" y="3063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941" y="3229661"/>
            <a:ext cx="307238" cy="30723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555480" y="3063240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できること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732520" y="3840480"/>
            <a:ext cx="5340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サーバーなしで動く</a:t>
            </a:r>
            <a:endParaRPr lang="en-US" sz="2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GPS・地図が使える</a:t>
            </a:r>
            <a:endParaRPr lang="en-US" sz="2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端末ごとに記録を保存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8732520" y="6035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941" y="6201461"/>
            <a:ext cx="307238" cy="30723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555480" y="6035040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できないこと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8732520" y="6812280"/>
            <a:ext cx="5340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友だちと記録を共有・ランキング</a:t>
            </a:r>
            <a:endParaRPr lang="en-US" sz="2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オフラインでの地図表示</a:t>
            </a:r>
            <a:endParaRPr lang="en-US" sz="2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Monaca上でのソースの直接修正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工夫したこと・わかった課題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工夫したこと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94360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0175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無料の技術だけで作った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地図もGPSも、APIキーや料金が不要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40080" y="4617720"/>
            <a:ext cx="594360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47091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その場で座標を登録できる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先生の席に立って「現在地をセット」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40080" y="6309360"/>
            <a:ext cx="594360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64008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レア度でコレクション性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N・R・SR・UR の4段階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640080" y="8001000"/>
            <a:ext cx="594360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80924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写真がなくても表示できる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教科の色と頭文字でカードを自動生成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7132320" y="19659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628" y="214426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01000" y="1965960"/>
            <a:ext cx="6437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課題 → 改善のアイデア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7132320" y="2926080"/>
            <a:ext cx="338328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406640" y="29260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校舎内は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GPSの精度が落ちる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0698480" y="3429000"/>
            <a:ext cx="32004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2" name="Shape 18"/>
          <p:cNvSpPr/>
          <p:nvPr/>
        </p:nvSpPr>
        <p:spPr>
          <a:xfrm>
            <a:off x="11201400" y="2926080"/>
            <a:ext cx="3282696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75720" y="2926080"/>
            <a:ext cx="2734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判定範囲の調整・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QRコード併用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7132320" y="4617720"/>
            <a:ext cx="338328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06640" y="4617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先生が近いと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一度に大量ゲット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10698480" y="5120640"/>
            <a:ext cx="32004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7" name="Shape 23"/>
          <p:cNvSpPr/>
          <p:nvPr/>
        </p:nvSpPr>
        <p:spPr>
          <a:xfrm>
            <a:off x="11201400" y="4617720"/>
            <a:ext cx="3282696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1475720" y="4617720"/>
            <a:ext cx="2734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座標を散らす・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範囲を狭くする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7132320" y="6309360"/>
            <a:ext cx="338328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406640" y="63093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記録が端末の中だけ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10698480" y="6812280"/>
            <a:ext cx="32004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32" name="Shape 28"/>
          <p:cNvSpPr/>
          <p:nvPr/>
        </p:nvSpPr>
        <p:spPr>
          <a:xfrm>
            <a:off x="11201400" y="6309360"/>
            <a:ext cx="3282696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1475720" y="6309360"/>
            <a:ext cx="2734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サーバーで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順位を共有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7132320" y="8001000"/>
            <a:ext cx="3383280" cy="146304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406640" y="8001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位置情報をごまかせる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10698480" y="8503920"/>
            <a:ext cx="320040" cy="4572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37" name="Shape 33"/>
          <p:cNvSpPr/>
          <p:nvPr/>
        </p:nvSpPr>
        <p:spPr>
          <a:xfrm>
            <a:off x="11201400" y="8001000"/>
            <a:ext cx="3282696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1475720" y="8001000"/>
            <a:ext cx="2734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サーバー側で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確認する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874520" y="548640"/>
            <a:ext cx="12609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データとまとめ</a:t>
            </a:r>
            <a:endParaRPr lang="en-US" sz="5400" dirty="0"/>
          </a:p>
        </p:txBody>
      </p:sp>
      <p:sp>
        <p:nvSpPr>
          <p:cNvPr id="3" name="panel-number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943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08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6858000" cy="7818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92440" y="1965960"/>
            <a:ext cx="6391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レア度の内訳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092440" y="2606040"/>
            <a:ext cx="1426464" cy="1691640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265176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24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の先生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9747504" y="2606040"/>
            <a:ext cx="1426464" cy="1691640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747504" y="265176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14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 の先生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11402568" y="2606040"/>
            <a:ext cx="1426464" cy="1691640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02568" y="265176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4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SR の先生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13057632" y="2606040"/>
            <a:ext cx="1426464" cy="1691640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3057632" y="2651760"/>
            <a:ext cx="14264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UR の先生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8092440" y="4617720"/>
            <a:ext cx="6391656" cy="2331720"/>
          </a:xfrm>
          <a:prstGeom prst="roundRect">
            <a:avLst>
              <a:gd name="adj" fmla="val 7843"/>
            </a:avLst>
          </a:prstGeom>
          <a:solidFill>
            <a:schemeClr val="tx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58200" y="4709160"/>
            <a:ext cx="56601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まとめ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GPSと地図という身近な技術を組み合わせて、学校を舞台にしたゲームを作ることができた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7269480"/>
            <a:ext cx="6391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これからやりたいこと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7863840"/>
            <a:ext cx="6391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先生の写真入りカード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クラス対抗のランキング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2"/>
                </a:solidFill>
              </a:rPr>
              <a:t>先生からのひとことメッセージ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655296" y="10012680"/>
            <a:ext cx="18288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oin GO">
  <a:themeElements>
    <a:clrScheme name="Kyoin GO">
      <a:dk1>
        <a:srgbClr val="0F172A"/>
      </a:dk1>
      <a:lt1>
        <a:srgbClr val="FFFFFF"/>
      </a:lt1>
      <a:dk2>
        <a:srgbClr val="475569"/>
      </a:dk2>
      <a:lt2>
        <a:srgbClr val="EEF5F0"/>
      </a:lt2>
      <a:accent1>
        <a:srgbClr val="16A34A"/>
      </a:accent1>
      <a:accent2>
        <a:srgbClr val="F59E0B"/>
      </a:accent2>
      <a:accent3>
        <a:srgbClr val="2563E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Kyoin GO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教員GO ポスターセッション</dc:title>
  <dc:subject>PptxGenJS Presentation</dc:subject>
  <dc:creator>PptxGenJS</dc:creator>
  <cp:lastModifiedBy>PptxGenJS</cp:lastModifiedBy>
  <cp:revision>1</cp:revision>
  <dcterms:created xsi:type="dcterms:W3CDTF">2026-10-07T00:28:53Z</dcterms:created>
  <dcterms:modified xsi:type="dcterms:W3CDTF">2026-10-07T00:28:53Z</dcterms:modified>
</cp:coreProperties>
</file>